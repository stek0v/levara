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First paragraph. Copper count 17.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4572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609600"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Units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Copper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Zinc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Второй абзац. Zinc count 23.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